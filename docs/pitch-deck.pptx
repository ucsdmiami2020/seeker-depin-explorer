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4F4F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4F4FA"/>
                </a:solidFill>
                <a:latin typeface="Arial"/>
              </a:rPr>
              <a:t>Catalog by adoption tier (16 devices)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Devices</c:v>
                </c:pt>
              </c:strCache>
            </c:strRef>
          </c:tx>
          <c:spPr>
            <a:solidFill>
              <a:srgbClr val="14F19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4F4F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F19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D4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945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B84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Established</c:v>
                  </c:pt>
                  <c:pt idx="1">
                    <c:v>Growing</c:v>
                  </c:pt>
                  <c:pt idx="2">
                    <c:v>Early</c:v>
                  </c:pt>
                  <c:pt idx="3">
                    <c:v>Very new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7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4F4F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9AB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9A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B12"/>
        </a:solidFill>
        <a:ln>
          <a:noFill/>
        </a:ln>
        <a:effectLst/>
      </c:spPr>
    </c:plotArea>
    <c:plotVisOnly val="1"/>
    <c:dispBlanksAs val="span"/>
  </c:chart>
  <c:spPr>
    <a:solidFill>
      <a:srgbClr val="0B0B1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Seeker DePIN Explorer: a field guide to the hardware behind Solana DePIN networks, now wallet-aware. Built for the Clock In hackathon, targeting the Solana dApp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pain: information is scattered, quality is hard to judge, and nothing connects what you own on-chain to what you are reading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app: a curated catalog with an evidence-based adoption score, and a wallet view that maps on-chain balances back onto that catalog.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adoption-confidence score is five evidence factors, each 0-2, shown with the evidence in-app. It measures how much independent, time-tested evidence exists, not product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Wallet Adapter end to end: authorize, read, sign. The app holds no key material and never builds a transaction, so it cannot move funds.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Balances are matched against a curated mint map. Every mint was verified against Jupiter’s verified list; networks without a confident match are labelled untracked rather than shown as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is not a port: every one of these is an Android-specific capability, and the catalog itself works offline because it ships in the bundle.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is structural, not promised: the app has no code path that can move funds, and the store paperwork is already written and hosted.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Shipped versus next. The dApp Store path is already prepared, which matters because winners must publish within 30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install the APK, open the Wallet tab, connect. Devnet works if you would rather not use mainnet funds.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869680" y="1005840"/>
            <a:ext cx="3108960" cy="3108960"/>
          </a:xfrm>
          <a:prstGeom prst="ellipse">
            <a:avLst/>
          </a:prstGeom>
          <a:solidFill>
            <a:srgbClr val="0B0B12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01200" y="1737360"/>
            <a:ext cx="1645920" cy="1645920"/>
          </a:xfrm>
          <a:prstGeom prst="ellipse">
            <a:avLst/>
          </a:prstGeom>
          <a:solidFill>
            <a:srgbClr val="9945FF">
              <a:alpha val="30000"/>
            </a:srgbClr>
          </a:solidFill>
          <a:ln w="12700">
            <a:solidFill>
              <a:srgbClr val="19D4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75720" y="2331720"/>
            <a:ext cx="457200" cy="45720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  ·  SOLANA MOBILE HACKATHON 2026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Seeker DePIN Explorer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side of Solana — in your pocket.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devices · 13 networks · Mobile Wallet Adapter · no account, no data collection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394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Bobby Fisher  ·  September 2026  ·  Android (Expo / React Native)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DePIN is real. Finding your way in is not.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friction points every prospective operator hits.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2368296"/>
            <a:ext cx="475488" cy="475488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22199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551176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Specs, list prices and reward mechanics live across a dozen vendor sites, Discords and blog posts. Comparing two devices means fifteen tabs.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42900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3831336"/>
            <a:ext cx="475488" cy="475488"/>
          </a:xfrm>
          <a:prstGeom prst="ellipse">
            <a:avLst/>
          </a:prstGeom>
          <a:solidFill>
            <a:srgbClr val="19D4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3831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368503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judge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600200" y="4014216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claims traction. There is no consistent, evidence-based way to tell a shipping network from a whitepaper with a render.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489204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8680" y="5294376"/>
            <a:ext cx="475488" cy="475488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8680" y="5294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600200" y="514807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477256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wallet already knows which networks you participate in. No catalog reads it, so discovery ignores what you actually hold.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field guide, and it knows your wallet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catalog you can trust, connected to the chain it describes.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5852160" cy="3017520"/>
          </a:xfrm>
          <a:prstGeom prst="roundRect">
            <a:avLst>
              <a:gd name="adj" fmla="val 3636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33172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every device that earns on Solana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specs and prices side by side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each device earns, and what it does not guarantee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network on evidence, not marketing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wallet to see the networks you already hold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you control the address, without a transaction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75120" y="1965960"/>
            <a:ext cx="4937760" cy="1207008"/>
          </a:xfrm>
          <a:prstGeom prst="roundRect">
            <a:avLst>
              <a:gd name="adj" fmla="val 9091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95160" y="216712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1671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devices, hand-researched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75120" y="3355848"/>
            <a:ext cx="4937760" cy="1207008"/>
          </a:xfrm>
          <a:prstGeom prst="roundRect">
            <a:avLst>
              <a:gd name="adj" fmla="val 9091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95160" y="3557016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355701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DePIN networks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675120" y="4745736"/>
            <a:ext cx="4937760" cy="1207008"/>
          </a:xfrm>
          <a:prstGeom prst="roundRect">
            <a:avLst>
              <a:gd name="adj" fmla="val 9091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95160" y="494690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366760" y="494690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mints, each verified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confidence, not vibes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evidence factors, scored 0–2, with the evidence shown in the app.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5577840" cy="749808"/>
          </a:xfrm>
          <a:prstGeom prst="roundRect">
            <a:avLst>
              <a:gd name="adj" fmla="val 14634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07568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3063240" y="2075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the network has actually run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807208"/>
            <a:ext cx="5577840" cy="749808"/>
          </a:xfrm>
          <a:prstGeom prst="roundRect">
            <a:avLst>
              <a:gd name="adj" fmla="val 14634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91693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base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3063240" y="2916936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units you can verify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648456"/>
            <a:ext cx="5577840" cy="749808"/>
          </a:xfrm>
          <a:prstGeom prst="roundRect">
            <a:avLst>
              <a:gd name="adj" fmla="val 14634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375818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reviews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3063240" y="3758184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nobody paid for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4489704"/>
            <a:ext cx="5577840" cy="749808"/>
          </a:xfrm>
          <a:prstGeom prst="roundRect">
            <a:avLst>
              <a:gd name="adj" fmla="val 14634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459943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3063240" y="459943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operators, not follower counts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5330952"/>
            <a:ext cx="5577840" cy="749808"/>
          </a:xfrm>
          <a:prstGeom prst="roundRect">
            <a:avLst>
              <a:gd name="adj" fmla="val 14634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54406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track record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3063240" y="544068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payouts kept coming</a:t>
            </a:r>
            <a:endParaRPr lang="en-US" sz="11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400800" y="1965960"/>
          <a:ext cx="52120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Wallet Adapter, end to end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that only works on a phone.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2286000"/>
            <a:ext cx="475488" cy="475488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3832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transact() and authorize() hand off to Phantom, Solflare, Backpack — or Seed Vault on a Seeker. The app gets a public address and a session token it keeps in memory.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196596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286000"/>
            <a:ext cx="475488" cy="475488"/>
          </a:xfrm>
          <a:prstGeom prst="ellipse">
            <a:avLst/>
          </a:prstGeom>
          <a:solidFill>
            <a:srgbClr val="19D4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1772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33832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getBalance plus getParsedTokenAccountsByOwner across the SPL Token and Token-2022 programs, on mainnet or devnet.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0" y="196596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66760" y="2286000"/>
            <a:ext cx="475488" cy="475488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36676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33832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signMessages() signs a plain-text ownership statement you read first. Off-chain: no transaction, no fee, no approval to move anything.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" y="53492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private keys in the app. No transaction construction. Nothing written to disk.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actually reads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on-chain interaction, with the accuracy work done.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5852160" cy="3017520"/>
          </a:xfrm>
          <a:prstGeom prst="roundRect">
            <a:avLst>
              <a:gd name="adj" fmla="val 3636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33172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balance and every non-zero SPL balance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Token and Token-2022 programs, both queried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DePIN mints mapped to the catalog’s networks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Mints verified against a verified token list, not memory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we could not verify are flagged, never zeroed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or devnet, switchable in one tap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75120" y="1965960"/>
            <a:ext cx="4937760" cy="3931920"/>
          </a:xfrm>
          <a:prstGeom prst="roundRect">
            <a:avLst>
              <a:gd name="adj" fmla="val 2791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95160" y="2194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66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TAB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995160" y="2606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$HNT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2606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Helium · 3 devices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0332720" y="2606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12.40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995160" y="31729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$HONEY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31729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Hivemapper · 1 device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0332720" y="31729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840.2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37398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$GEOD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37398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GEODNET · 1 device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0" y="373989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1.24K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995160" y="43068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$SKR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430682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Mobile · 2 devices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10332720" y="43068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96.00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995160" y="5257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66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layout. Real balances come from the connected wallet.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phone, not ported to it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this app does because it is native Android.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2240280"/>
            <a:ext cx="274320" cy="27432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80160" y="2167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Wallet Adapter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97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wallet handoff — impossible on the web.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240280"/>
            <a:ext cx="274320" cy="27432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29200" y="2167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Vault ready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2697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Hardware-backed signing on a Seeker, no extra code.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196596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66760" y="2240280"/>
            <a:ext cx="274320" cy="274320"/>
          </a:xfrm>
          <a:prstGeom prst="ellipse">
            <a:avLst/>
          </a:prstGeom>
          <a:solidFill>
            <a:srgbClr val="19D4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778240" y="2167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Custom Tabs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2697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links open sandboxed, with a visible URL bar.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93192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4206240"/>
            <a:ext cx="274320" cy="27432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280160" y="41330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Haptics + predictive back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6634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14+ gesture correctness, tuned feedback.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297680" y="393192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17720" y="4206240"/>
            <a:ext cx="274320" cy="27432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029200" y="41330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+ monochrome icon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46634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Themed icons, splash and dark-first palette.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046720" y="393192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366760" y="4206240"/>
            <a:ext cx="274320" cy="27432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778240" y="41330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catalog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366760" y="46634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in the bundle. No backend, no cold start.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by construction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risky things are not disabled — they are absent.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194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key material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6974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never sees, requests or stores a seed phrase or private key. Signing happens inside your wallet.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19659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2194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transactions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26974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path builds or submits one. The only signature is an off-chain message you read first.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4206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collection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7091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accounts, analytics, ads or crash SDKs. Address and session live in memory, cleared on disconnect.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17920" y="39776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83680" y="4206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Store-ready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47091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policy, EULA, copyright, release signing, hardened manifest: INTERNET and VIBRATE only.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stands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in this build, and what comes next.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5394960" cy="2971800"/>
          </a:xfrm>
          <a:prstGeom prst="roundRect">
            <a:avLst>
              <a:gd name="adj" fmla="val 3692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240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65176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devices, 13 networks, adoption model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connect, balances, holdings mapping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ownership proof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/ devnet switch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screens, hosted policies, release signing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Typecheck + unit tests green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1965960"/>
            <a:ext cx="5394960" cy="2971800"/>
          </a:xfrm>
          <a:prstGeom prst="roundRect">
            <a:avLst>
              <a:gd name="adj" fmla="val 3692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2240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265176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history per device, read on-chain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Operator-verified reviews, gated by the ownership proof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NFT / collection detection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token prices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 Store submission (portal, KYC, publisher wallet)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326880" y="1463040"/>
            <a:ext cx="2377440" cy="2377440"/>
          </a:xfrm>
          <a:prstGeom prst="ellipse">
            <a:avLst/>
          </a:prstGeom>
          <a:solidFill>
            <a:srgbClr val="0B0B12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95560" y="2331720"/>
            <a:ext cx="640080" cy="64008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in two minutes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account. No signup. Devnet if you prefer.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2103120"/>
            <a:ext cx="475488" cy="475488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1031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APK on any Android phone or a Seeker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85800" y="2880360"/>
            <a:ext cx="475488" cy="475488"/>
          </a:xfrm>
          <a:prstGeom prst="ellipse">
            <a:avLst/>
          </a:prstGeom>
          <a:solidFill>
            <a:srgbClr val="19D4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88036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Wallet tab and tap Connect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85800" y="3657600"/>
            <a:ext cx="475488" cy="475488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800" y="3657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65760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in Phantom, Solflare, Backpack or Seed Vault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85800" y="4434840"/>
            <a:ext cx="475488" cy="475488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4434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44348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DePIN networks you already hold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81826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54864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 DePIN Explorer  ·  Bobby Fisher  ·  rchac005@gmail.com  ·  APK, repo and demo video in the submission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Seeker DePIN Explorer</dc:title>
  <dc:subject>PptxGenJS Presentation</dc:subject>
  <dc:creator>Bobby Fisher</dc:creator>
  <cp:lastModifiedBy>Bobby Fisher</cp:lastModifiedBy>
  <cp:revision>1</cp:revision>
  <dcterms:created xsi:type="dcterms:W3CDTF">2026-09-12T13:34:17Z</dcterms:created>
  <dcterms:modified xsi:type="dcterms:W3CDTF">2026-09-12T13:34:17Z</dcterms:modified>
</cp:coreProperties>
</file>